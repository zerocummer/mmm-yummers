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56"/>
            <p14:sldId id="257"/>
            <p14:sldId id="25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E67CE6-09FF-3E05-770F-7A3E9CEE48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44648"/>
            <a:ext cx="9144000" cy="1305560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latin typeface="Bookman Old Style" panose="02050604050505020204" pitchFamily="18" charset="0"/>
              </a:rPr>
              <a:t>Манипулятор для людей с</a:t>
            </a:r>
            <a:br>
              <a:rPr lang="ru-RU" sz="3200" dirty="0">
                <a:latin typeface="Bookman Old Style" panose="02050604050505020204" pitchFamily="18" charset="0"/>
              </a:rPr>
            </a:br>
            <a:r>
              <a:rPr lang="ru-RU" sz="3200" dirty="0">
                <a:latin typeface="Bookman Old Style" panose="02050604050505020204" pitchFamily="18" charset="0"/>
              </a:rPr>
              <a:t> ограниченной моторикой рук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264EBC-55D9-797E-85FB-CF5F151AB620}"/>
              </a:ext>
            </a:extLst>
          </p:cNvPr>
          <p:cNvSpPr txBox="1"/>
          <p:nvPr/>
        </p:nvSpPr>
        <p:spPr>
          <a:xfrm>
            <a:off x="5623560" y="6461235"/>
            <a:ext cx="2468880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50" dirty="0">
                <a:solidFill>
                  <a:schemeClr val="bg1"/>
                </a:solidFill>
                <a:latin typeface="Bookman Old Style" panose="02050604050505020204" pitchFamily="18" charset="0"/>
              </a:rPr>
              <a:t>Пивоваров Андрей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D49818-C97B-F3D4-2D67-125763F3C840}"/>
              </a:ext>
            </a:extLst>
          </p:cNvPr>
          <p:cNvSpPr txBox="1"/>
          <p:nvPr/>
        </p:nvSpPr>
        <p:spPr>
          <a:xfrm>
            <a:off x="7991856" y="6461236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Bookman Old Style" panose="02050604050505020204" pitchFamily="18" charset="0"/>
              </a:rPr>
              <a:t>ГБОУ СОШ №1103 Имени А. В. Соломатина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075A8-1855-F355-7718-BB9AEB66D38F}"/>
              </a:ext>
            </a:extLst>
          </p:cNvPr>
          <p:cNvSpPr txBox="1"/>
          <p:nvPr/>
        </p:nvSpPr>
        <p:spPr>
          <a:xfrm>
            <a:off x="0" y="6466362"/>
            <a:ext cx="2715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Москва, 2026 год</a:t>
            </a:r>
          </a:p>
        </p:txBody>
      </p:sp>
    </p:spTree>
    <p:extLst>
      <p:ext uri="{BB962C8B-B14F-4D97-AF65-F5344CB8AC3E}">
        <p14:creationId xmlns:p14="http://schemas.microsoft.com/office/powerpoint/2010/main" val="2968940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solidFill>
            <a:srgbClr val="BD582C"/>
          </a:solidFill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93944" y="138038"/>
            <a:ext cx="732551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7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 на подобии тремора, в результате инсульта, паркинсонизма, артрита, церебрального паралича или травм,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становятся чуть ли непреодолимым барьером.</a:t>
            </a:r>
          </a:p>
          <a:p>
            <a:r>
              <a:rPr lang="ru-RU" sz="1700" dirty="0">
                <a:latin typeface="Bookman Old Style" panose="02050604050505020204" pitchFamily="18" charset="0"/>
              </a:rPr>
              <a:t>На рынке есть устройства которые в теории могут помочь при таком роде проблемы, однако они имеют критические недостатки. 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их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4"/>
            <a:ext cx="960121" cy="653869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Доктор использует компьютер доктор работает с ноутбуком и пишет на ...">
            <a:extLst>
              <a:ext uri="{FF2B5EF4-FFF2-40B4-BE49-F238E27FC236}">
                <a16:creationId xmlns:a16="http://schemas.microsoft.com/office/drawing/2014/main" id="{0394869B-FF5B-15AA-70A1-542AD28F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3159" y="3949672"/>
            <a:ext cx="3307080" cy="2200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E16420-A4E6-F292-D772-0E157A7E6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8592F89-7453-845A-5AD3-279128E678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3182615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170</TotalTime>
  <Words>153</Words>
  <Application>Microsoft Office PowerPoint</Application>
  <PresentationFormat>Широкоэкранный</PresentationFormat>
  <Paragraphs>8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Bookman Old Style</vt:lpstr>
      <vt:lpstr>Calibri</vt:lpstr>
      <vt:lpstr>Calibri Light</vt:lpstr>
      <vt:lpstr>Ретро</vt:lpstr>
      <vt:lpstr>Манипулятор для людей с  ограниченной моторикой рук</vt:lpstr>
      <vt:lpstr>Причины создания проекта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Пивоваров</dc:creator>
  <cp:lastModifiedBy>Андрей Пивоваров</cp:lastModifiedBy>
  <cp:revision>2</cp:revision>
  <dcterms:created xsi:type="dcterms:W3CDTF">2026-02-08T13:02:55Z</dcterms:created>
  <dcterms:modified xsi:type="dcterms:W3CDTF">2026-02-08T15:53:32Z</dcterms:modified>
</cp:coreProperties>
</file>